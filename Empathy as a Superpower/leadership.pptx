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Leadership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Joseph C. Slater April 16,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 was I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Stepping into leadership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first failure &amp; intervention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 a leader. Don’t try to lead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Leading up and down the chain of command (Extreme Ownership, chapter 10)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Lead for the right reasons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People can tell when you are fake or selfish.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Know who you are. Be in the right place before you lead.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cannot lead when you do not believe in the leaders above you.</a:t>
            </a:r>
          </a:p>
          <a:p>
            <a:pPr lvl="0"/>
            <a:r>
              <a:rPr/>
              <a:t>You don’t need to agree with every decision, but you need to believe in their intent.</a:t>
            </a:r>
          </a:p>
          <a:p>
            <a:pPr lvl="0"/>
            <a:r>
              <a:rPr/>
              <a:t>If you cannot quit your leadership role, you are not a leader, you are a manager.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Put the welfare of your team first.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If you can’t put your team first, it’s time to step away.</a:t>
            </a:r>
          </a:p>
          <a:p>
            <a:pPr lvl="1"/>
            <a:r>
              <a:rPr/>
              <a:t>This happens regularly. Retirement is a perfect example.</a:t>
            </a:r>
          </a:p>
          <a:p>
            <a:pPr lvl="0"/>
            <a:r>
              <a:rPr/>
              <a:t>Add to your team wisely</a:t>
            </a:r>
          </a:p>
          <a:p>
            <a:pPr lvl="1"/>
            <a:r>
              <a:rPr/>
              <a:t>An empty position is better than a wrongly filled position</a:t>
            </a:r>
          </a:p>
          <a:p>
            <a:pPr lvl="1"/>
            <a:r>
              <a:rPr/>
              <a:t>Interview for strengths and character. Tolerate gaps.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 humble.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Check your ego (Extreme Ownership, chapter 4)</a:t>
            </a:r>
          </a:p>
          <a:p>
            <a:pPr lvl="0"/>
            <a:r>
              <a:rPr/>
              <a:t>You never have to bring the solution to the table.</a:t>
            </a:r>
          </a:p>
          <a:p>
            <a:pPr lvl="0"/>
            <a:r>
              <a:rPr/>
              <a:t>You have to find the solution with your team.</a:t>
            </a:r>
          </a:p>
          <a:p>
            <a:pPr lvl="0"/>
            <a:r>
              <a:rPr/>
              <a:t>Built right, your team will carry you.</a:t>
            </a:r>
          </a:p>
          <a:p>
            <a:pPr lvl="0"/>
            <a:r>
              <a:rPr/>
              <a:t>Never take credit when you can give it away. You will get credit for your team.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Only apologize if you are authentic (The Next Conversation).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 not apologize for doing your job, taking time, or taking space.</a:t>
            </a:r>
          </a:p>
          <a:p>
            <a:pPr lvl="1"/>
            <a:r>
              <a:rPr/>
              <a:t>Instead, thank the other person for their accommodation.</a:t>
            </a:r>
          </a:p>
          <a:p>
            <a:pPr lvl="0"/>
            <a:r>
              <a:rPr/>
              <a:t>Apologize when you’ve caused harm. Then, fix it. Be sincere. Some things cannot be fixed. You will have to live with them.</a:t>
            </a:r>
          </a:p>
          <a:p>
            <a:pPr lvl="0"/>
            <a:r>
              <a:rPr/>
              <a:t>Your guilt is the price you pay for your growth.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job isn’t to be liked- but it helps.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 kind, not nice (The Next Conversation)</a:t>
            </a:r>
          </a:p>
          <a:p>
            <a:pPr lvl="0"/>
            <a:r>
              <a:rPr/>
              <a:t>Your team matters more than one individual (The Hard Thing about Hard Things)</a:t>
            </a:r>
          </a:p>
          <a:p>
            <a:pPr lvl="1"/>
            <a:r>
              <a:rPr/>
              <a:t>If you don’t feel bad when you fire someone, you are a sociopath</a:t>
            </a:r>
          </a:p>
          <a:p>
            <a:pPr lvl="1"/>
            <a:r>
              <a:rPr/>
              <a:t>If you don’t follow through and fire individuals when necessary, you hurt everybody else.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does not mean to do everything.</a:t>
            </a:r>
          </a:p>
          <a:p>
            <a:pPr lvl="1"/>
            <a:r>
              <a:rPr/>
              <a:t>It means that when you are assigned a task, you ensure that it does get done, by you or someone else.</a:t>
            </a:r>
          </a:p>
          <a:p>
            <a:pPr lvl="0"/>
            <a:r>
              <a:rPr/>
              <a:t>Everything your team must accomplish, you own.</a:t>
            </a:r>
          </a:p>
          <a:p>
            <a:pPr lvl="0"/>
            <a:r>
              <a:rPr/>
              <a:t>Every failure means:</a:t>
            </a:r>
          </a:p>
          <a:p>
            <a:pPr lvl="1"/>
            <a:r>
              <a:rPr/>
              <a:t>You assigned the wrong person</a:t>
            </a:r>
          </a:p>
          <a:p>
            <a:pPr lvl="1"/>
            <a:r>
              <a:rPr/>
              <a:t>You did not train them well enough</a:t>
            </a:r>
          </a:p>
          <a:p>
            <a:pPr lvl="1"/>
            <a:r>
              <a:rPr/>
              <a:t>You didn’t clarify the assignment</a:t>
            </a:r>
          </a:p>
          <a:p>
            <a:pPr lvl="1"/>
            <a:r>
              <a:rPr/>
              <a:t>You didn’t provide the resources</a:t>
            </a:r>
          </a:p>
          <a:p>
            <a:pPr lvl="1"/>
            <a:r>
              <a:rPr/>
              <a:t>You didn’t provide the time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 not simply tell individuals to take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a ethos built over a lifetime.</a:t>
            </a:r>
          </a:p>
          <a:p>
            <a:pPr lvl="0"/>
            <a:r>
              <a:rPr/>
              <a:t>To move a team in this direction</a:t>
            </a:r>
          </a:p>
          <a:p>
            <a:pPr lvl="1"/>
            <a:r>
              <a:rPr/>
              <a:t>Admit your failures</a:t>
            </a:r>
          </a:p>
          <a:p>
            <a:pPr lvl="1"/>
            <a:r>
              <a:rPr/>
              <a:t>Apologize as appropriate</a:t>
            </a:r>
          </a:p>
          <a:p>
            <a:pPr lvl="1"/>
            <a:r>
              <a:rPr/>
              <a:t>Eat last (About Face)</a:t>
            </a:r>
          </a:p>
          <a:p>
            <a:pPr lvl="1"/>
            <a:r>
              <a:rPr/>
              <a:t>Look out for the welfare of your team members both “on the job” and away from it. (Extreme Ownership, About Face)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 non-verbal queues.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Play poker (tiny stakes)</a:t>
            </a:r>
          </a:p>
          <a:p>
            <a:pPr lvl="1"/>
            <a:r>
              <a:rPr/>
              <a:t>Poker combines math (probability), psychology, and empathy</a:t>
            </a:r>
          </a:p>
          <a:p>
            <a:pPr lvl="1"/>
            <a:r>
              <a:rPr/>
              <a:t>Learn psychology and empathy by playing and</a:t>
            </a:r>
          </a:p>
          <a:p>
            <a:pPr lvl="2"/>
            <a:r>
              <a:rPr/>
              <a:t>(Caro’s Book of Tells)</a:t>
            </a:r>
          </a:p>
          <a:p>
            <a:pPr lvl="2"/>
            <a:r>
              <a:rPr/>
              <a:t>(What the Body Says)</a:t>
            </a:r>
          </a:p>
          <a:p>
            <a:pPr lvl="2"/>
            <a:r>
              <a:rPr/>
              <a:t>(What Every Body is Saying)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 to Negotiate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Protecting yourself and your team requires you to learn how to get what you need to succeed.</a:t>
            </a:r>
          </a:p>
          <a:p>
            <a:pPr lvl="0"/>
            <a:r>
              <a:rPr/>
              <a:t>To do that, you need to understand them.</a:t>
            </a:r>
          </a:p>
          <a:p>
            <a:pPr lvl="1"/>
            <a:r>
              <a:rPr/>
              <a:t>(Never Split The Difference)</a:t>
            </a:r>
          </a:p>
          <a:p>
            <a:pPr lvl="1"/>
            <a:r>
              <a:rPr/>
              <a:t>(Tactical Empathy)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Understand your mission as a leader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are you supposed to do?</a:t>
            </a:r>
          </a:p>
          <a:p>
            <a:pPr lvl="1"/>
            <a:r>
              <a:rPr/>
              <a:t>Carry on?</a:t>
            </a:r>
          </a:p>
          <a:p>
            <a:pPr lvl="1"/>
            <a:r>
              <a:rPr/>
              <a:t>Rescue?</a:t>
            </a:r>
          </a:p>
          <a:p>
            <a:pPr lvl="1"/>
            <a:r>
              <a:rPr/>
              <a:t>Charge full speed ahead?</a:t>
            </a:r>
          </a:p>
          <a:p>
            <a:pPr lvl="0"/>
            <a:r>
              <a:rPr/>
              <a:t>This can change swiftly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Understand your organization’s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is its state?</a:t>
            </a:r>
          </a:p>
          <a:p>
            <a:pPr lvl="1"/>
            <a:r>
              <a:rPr/>
              <a:t>Growing?</a:t>
            </a:r>
          </a:p>
          <a:p>
            <a:pPr lvl="1"/>
            <a:r>
              <a:rPr/>
              <a:t>Sustaining?</a:t>
            </a:r>
          </a:p>
          <a:p>
            <a:pPr lvl="1"/>
            <a:r>
              <a:rPr/>
              <a:t>Shrinking?</a:t>
            </a:r>
          </a:p>
          <a:p>
            <a:pPr lvl="1"/>
            <a:r>
              <a:rPr/>
              <a:t>Failing?</a:t>
            </a:r>
          </a:p>
          <a:p>
            <a:pPr lvl="0"/>
            <a:r>
              <a:rPr/>
              <a:t>How you lead changes.</a:t>
            </a:r>
          </a:p>
          <a:p>
            <a:pPr lvl="1"/>
            <a:r>
              <a:rPr/>
              <a:t>Big vision- sell the destination</a:t>
            </a:r>
          </a:p>
          <a:p>
            <a:pPr lvl="1"/>
            <a:r>
              <a:rPr/>
              <a:t>Confidence in what we do and our important role in our environment</a:t>
            </a:r>
          </a:p>
          <a:p>
            <a:pPr lvl="1"/>
            <a:r>
              <a:rPr/>
              <a:t>This is natural, we need to adapt and change, the earlier the better</a:t>
            </a:r>
          </a:p>
          <a:p>
            <a:pPr lvl="1"/>
            <a:r>
              <a:rPr/>
              <a:t>It’s war- join me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Know your teams tollerance &amp; style. The past matters</a:t>
            </a:r>
          </a:p>
          <a:p>
            <a:pPr lvl="1"/>
            <a:r>
              <a:rPr/>
              <a:t>Burned out</a:t>
            </a:r>
          </a:p>
          <a:p>
            <a:pPr lvl="2"/>
            <a:r>
              <a:rPr/>
              <a:t>Create it yourself with one-on-one informal conversations</a:t>
            </a:r>
          </a:p>
          <a:p>
            <a:pPr lvl="1"/>
            <a:r>
              <a:rPr/>
              <a:t>Excited</a:t>
            </a:r>
          </a:p>
          <a:p>
            <a:pPr lvl="2"/>
            <a:r>
              <a:rPr/>
              <a:t>Create tiger teams</a:t>
            </a:r>
          </a:p>
          <a:p>
            <a:pPr lvl="1"/>
            <a:r>
              <a:rPr/>
              <a:t>Ambivalent</a:t>
            </a:r>
          </a:p>
          <a:p>
            <a:pPr lvl="2"/>
            <a:r>
              <a:rPr/>
              <a:t>Sell them on the why, and why you need them.</a:t>
            </a:r>
          </a:p>
          <a:p>
            <a:pPr lvl="0"/>
            <a:r>
              <a:rPr/>
              <a:t>No plan survives contact with the real world (Field Marshal Helmuth von Moltke the Elder)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Culture is everything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If you build the right culture, you don’t manage at all (The Culture Code)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Leadership is omnidirectional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Leading up is common in great organizations</a:t>
            </a:r>
          </a:p>
          <a:p>
            <a:pPr lvl="1"/>
            <a:r>
              <a:rPr/>
              <a:t>“I don’t hire smart people to tell them what to do. I hire smart people to tell me what to do.”- Steve Jobs</a:t>
            </a:r>
          </a:p>
          <a:p>
            <a:pPr lvl="0"/>
            <a:r>
              <a:rPr/>
              <a:t>You will understand situations better than your boss sometimes. Lead them to a solution. Educate them.</a:t>
            </a:r>
          </a:p>
          <a:p>
            <a:pPr lvl="1"/>
            <a:r>
              <a:rPr/>
              <a:t>Works only with a good “boss”</a:t>
            </a:r>
          </a:p>
          <a:p>
            <a:pPr lvl="1"/>
            <a:r>
              <a:rPr/>
              <a:t>This requires subtlety in many cases. “Flank” them. The direct approach while expedient, seldom survives your supervisor’s ego. (Jock Willink)</a:t>
            </a:r>
          </a:p>
          <a:p>
            <a:pPr lvl="0"/>
            <a:r>
              <a:rPr/>
              <a:t>Easier is to allow yourself to be lead.</a:t>
            </a:r>
          </a:p>
          <a:p>
            <a:pPr lvl="1"/>
            <a:r>
              <a:rPr/>
              <a:t>I like to say that “At a moment’s notice, I’m a janitor.”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Prioritize and Execute (Extreme Ownership)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Know what you are doing and why.</a:t>
            </a:r>
          </a:p>
          <a:p>
            <a:pPr lvl="0"/>
            <a:r>
              <a:rPr/>
              <a:t>Be cautious of endeavors you have no experience in.</a:t>
            </a:r>
          </a:p>
          <a:p>
            <a:pPr lvl="0"/>
            <a:r>
              <a:rPr/>
              <a:t>Stop, look around, make a call. Decisions are hard. Being a leader means making hard decisions regularly.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Simple (Extreme Ownership- chapter 6)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Provide backup (variation on Extreme Ownership- chapter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Never assign a project without</a:t>
            </a:r>
          </a:p>
          <a:p>
            <a:pPr lvl="1"/>
            <a:r>
              <a:rPr/>
              <a:t>A backup plan</a:t>
            </a:r>
          </a:p>
          <a:p>
            <a:pPr lvl="1"/>
            <a:r>
              <a:rPr/>
              <a:t>A backup person</a:t>
            </a:r>
          </a:p>
          <a:p>
            <a:pPr lvl="1"/>
            <a:r>
              <a:rPr/>
              <a:t>A schedule that allows time to bring in one or the other</a:t>
            </a:r>
          </a:p>
          <a:p>
            <a:pPr lvl="1"/>
            <a:r>
              <a:rPr/>
              <a:t>Assessment of progress in time to do so</a:t>
            </a:r>
          </a:p>
          <a:p>
            <a:pPr lvl="0"/>
            <a:r>
              <a:rPr/>
              <a:t>For clubs, always assign a senior member and a junior member to the task.</a:t>
            </a:r>
          </a:p>
          <a:p>
            <a:pPr lvl="1"/>
            <a:r>
              <a:rPr/>
              <a:t>If it goes well, it’s a training opportunity</a:t>
            </a:r>
          </a:p>
          <a:p>
            <a:pPr lvl="1"/>
            <a:r>
              <a:rPr/>
              <a:t>If it goes poorly, you have a backup, and a massive growth opportunity (be ready to help the junior member)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Ensure everyone understands the mission and the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Make sure they know what to do and why well enough that they can act without you</a:t>
            </a:r>
          </a:p>
          <a:p>
            <a:pPr lvl="0"/>
            <a:r>
              <a:rPr/>
              <a:t>Provide them with training</a:t>
            </a:r>
          </a:p>
          <a:p>
            <a:pPr lvl="0"/>
            <a:r>
              <a:rPr/>
              <a:t>Provide them with courage and confidence</a:t>
            </a:r>
          </a:p>
          <a:p>
            <a:pPr lvl="0"/>
            <a:r>
              <a:rPr/>
              <a:t>The ultimate goal is to be expendable yourself</a:t>
            </a:r>
          </a:p>
          <a:p>
            <a:pPr lvl="0"/>
            <a:r>
              <a:rPr/>
              <a:t>If you are invaluable to a team as the leader, you haven’t achieved success yet.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Greatness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(The Tipping Point)</a:t>
            </a:r>
          </a:p>
          <a:p>
            <a:pPr lvl="1"/>
            <a:r>
              <a:rPr/>
              <a:t>How little things can make a big difference</a:t>
            </a:r>
          </a:p>
          <a:p>
            <a:pPr lvl="0"/>
            <a:r>
              <a:rPr/>
              <a:t>(The Medici Effect)</a:t>
            </a:r>
          </a:p>
          <a:p>
            <a:pPr lvl="0"/>
            <a:r>
              <a:rPr/>
              <a:t>(Zag)</a:t>
            </a:r>
          </a:p>
          <a:p>
            <a:pPr lvl="0"/>
            <a:r>
              <a:rPr/>
              <a:t>(Good to Great)</a:t>
            </a:r>
          </a:p>
          <a:p>
            <a:pPr lvl="0"/>
            <a:r>
              <a:rPr/>
              <a:t>(Great by Design)</a:t>
            </a:r>
          </a:p>
          <a:p>
            <a:pPr lvl="0"/>
            <a:r>
              <a:rPr/>
              <a:t>(Measure what Matters)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to truth- sincere curiosity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(Good Leaders ask Great Questions)</a:t>
            </a:r>
          </a:p>
          <a:p>
            <a:pPr lvl="0"/>
            <a:r>
              <a:rPr/>
              <a:t>(The Questions are the Answers)</a:t>
            </a:r>
          </a:p>
          <a:p>
            <a:pPr lvl="0"/>
            <a:r>
              <a:rPr/>
              <a:t>(96 Great Interview Questions)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(Blindspot)</a:t>
            </a:r>
          </a:p>
          <a:p>
            <a:pPr lvl="0"/>
            <a:r>
              <a:rPr/>
              <a:t>(How the Mighty Fall: And Why Some Companies Never Give In)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There are no bad teams, only bad leaders (Extreme Ownership)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Sustaining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Basics</a:t>
            </a:r>
          </a:p>
          <a:p>
            <a:pPr lvl="1"/>
            <a:r>
              <a:rPr/>
              <a:t>Sleep</a:t>
            </a:r>
          </a:p>
          <a:p>
            <a:pPr lvl="1"/>
            <a:r>
              <a:rPr/>
              <a:t>Eat well</a:t>
            </a:r>
          </a:p>
          <a:p>
            <a:pPr lvl="1"/>
            <a:r>
              <a:rPr/>
              <a:t>Exercise</a:t>
            </a:r>
          </a:p>
          <a:p>
            <a:pPr lvl="1"/>
            <a:r>
              <a:rPr/>
              <a:t>Take breaks</a:t>
            </a:r>
          </a:p>
          <a:p>
            <a:pPr lvl="1"/>
            <a:r>
              <a:rPr/>
              <a:t>Friends are critical</a:t>
            </a:r>
          </a:p>
          <a:p>
            <a:pPr lvl="0"/>
            <a:r>
              <a:rPr/>
              <a:t>(13 Things Mentally Strong People Do)</a:t>
            </a:r>
          </a:p>
          <a:p>
            <a:pPr lvl="0"/>
            <a:r>
              <a:rPr/>
              <a:t>(What you do is Who You Are)</a:t>
            </a:r>
          </a:p>
          <a:p>
            <a:pPr lvl="1"/>
            <a:r>
              <a:rPr/>
              <a:t>Corollary- if you have to do something that isn’t who you are, you can’t sustain it</a:t>
            </a:r>
          </a:p>
          <a:p>
            <a:pPr lvl="0"/>
            <a:r>
              <a:rPr/>
              <a:t>Be willing to move on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mission is bigger than anyone person.</a:t>
            </a:r>
          </a:p>
          <a:p>
            <a:pPr lvl="1"/>
            <a:r>
              <a:rPr/>
              <a:t>Great missions last generations</a:t>
            </a:r>
          </a:p>
          <a:p>
            <a:pPr lvl="0"/>
            <a:r>
              <a:rPr/>
              <a:t>Be humble- you will only slightly move the needle of human kind</a:t>
            </a:r>
          </a:p>
          <a:p>
            <a:pPr lvl="0"/>
            <a:r>
              <a:rPr/>
              <a:t>The greatest leaders are filled with self-doubt</a:t>
            </a:r>
          </a:p>
          <a:p>
            <a:pPr lvl="0"/>
            <a:r>
              <a:rPr/>
              <a:t>There are those around you who are amazed and inspired by you. They seldom tell you.</a:t>
            </a:r>
          </a:p>
          <a:p>
            <a:pPr lvl="0"/>
            <a:r>
              <a:rPr/>
              <a:t>Tell them that they inspire you.</a:t>
            </a:r>
          </a:p>
          <a:p>
            <a:pPr lvl="0"/>
            <a:r>
              <a:rPr/>
              <a:t>Lead with your heart. Leverage your mind. Change the world for those around you.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2026-04-15T03:12:02Z</dcterms:created>
  <dcterms:modified xsi:type="dcterms:W3CDTF">2026-04-15T03:12:02Z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